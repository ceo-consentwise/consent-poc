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Consent Management System (PoC)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RegTech Consent Evidence &amp; Audit Traceability Platform</a:t>
            </a:r>
          </a:p>
          <a:p>
            <a:pPr lvl="1"/>
            <a:r>
              <a:t>Aligned with DPDP Act, TRAI guidance, RBI supervisory expectations.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Organizations must demonstrate traceable proof of customer consent and revocation.</a:t>
            </a:r>
          </a:p>
          <a:p>
            <a:pPr lvl="1"/>
            <a:r>
              <a:t>Regulators require evidence export and audit alignment.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PoC captures consent events, records revocations, maintains an audit timeline, and enables CSV export for regulatory submissions.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Consent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Grant → Store → Revoke → Audit → Export Evidence Package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Grant and revoke consent</a:t>
            </a:r>
          </a:p>
          <a:p>
            <a:pPr lvl="1"/>
            <a:r>
              <a:t>- Searchable consent registry</a:t>
            </a:r>
          </a:p>
          <a:p>
            <a:pPr lvl="1"/>
            <a:r>
              <a:t>- Audit timeline with status colors</a:t>
            </a:r>
          </a:p>
          <a:p>
            <a:pPr lvl="1"/>
            <a:r>
              <a:t>- CSV export for compliance</a:t>
            </a:r>
          </a:p>
          <a:p>
            <a:pPr lvl="1"/>
            <a:r>
              <a:t>- IST timestamp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Consent (what/purpose) + Actor (who) + Timestamp (when) + Metadata (context)</a:t>
            </a:r>
          </a:p>
          <a:p>
            <a:pPr lvl="1"/>
            <a:r>
              <a:t>Audit trail proves provenance and accountability.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Grant a consent</a:t>
            </a:r>
          </a:p>
          <a:p>
            <a:pPr lvl="1"/>
            <a:r>
              <a:t>2. View in consent dashboard</a:t>
            </a:r>
          </a:p>
          <a:p>
            <a:pPr lvl="1"/>
            <a:r>
              <a:t>3. Revoke consent</a:t>
            </a:r>
          </a:p>
          <a:p>
            <a:pPr lvl="1"/>
            <a:r>
              <a:t>4. View audit timeline</a:t>
            </a:r>
          </a:p>
          <a:p>
            <a:pPr lvl="1"/>
            <a:r>
              <a:t>5. Export CSV evidence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(Post-PoC)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RBAC integration, Postgres backend, digital signature non-repudiation, multi-channel consent capture.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